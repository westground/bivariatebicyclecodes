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32" autoAdjust="0"/>
    <p:restoredTop sz="94660"/>
  </p:normalViewPr>
  <p:slideViewPr>
    <p:cSldViewPr snapToGrid="0">
      <p:cViewPr>
        <p:scale>
          <a:sx n="50" d="100"/>
          <a:sy n="50" d="100"/>
        </p:scale>
        <p:origin x="195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74E6A-A957-4BF9-843A-15390439D182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C751-AEDA-4506-8437-41BBFF3F3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724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74E6A-A957-4BF9-843A-15390439D182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C751-AEDA-4506-8437-41BBFF3F3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164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74E6A-A957-4BF9-843A-15390439D182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C751-AEDA-4506-8437-41BBFF3F3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84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74E6A-A957-4BF9-843A-15390439D182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C751-AEDA-4506-8437-41BBFF3F3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136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74E6A-A957-4BF9-843A-15390439D182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C751-AEDA-4506-8437-41BBFF3F3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17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74E6A-A957-4BF9-843A-15390439D182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C751-AEDA-4506-8437-41BBFF3F3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910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74E6A-A957-4BF9-843A-15390439D182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C751-AEDA-4506-8437-41BBFF3F3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778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74E6A-A957-4BF9-843A-15390439D182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C751-AEDA-4506-8437-41BBFF3F3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655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74E6A-A957-4BF9-843A-15390439D182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C751-AEDA-4506-8437-41BBFF3F3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48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74E6A-A957-4BF9-843A-15390439D182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C751-AEDA-4506-8437-41BBFF3F3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494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74E6A-A957-4BF9-843A-15390439D182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C751-AEDA-4506-8437-41BBFF3F3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479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E74E6A-A957-4BF9-843A-15390439D182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EC751-AEDA-4506-8437-41BBFF3F36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53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39997" rtl="0" eaLnBrk="1" latinLnBrk="1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1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376A9-0499-BBF7-5A5A-394B112F8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The diagram shows a comparison of error rates for different beam configurations and syndrome extraction rounds, indicating a relationship between physical and logical error rates.&#10;&#10;AI 생성 콘텐츠는 정확하지 않을 수 있습니다.">
            <a:extLst>
              <a:ext uri="{FF2B5EF4-FFF2-40B4-BE49-F238E27FC236}">
                <a16:creationId xmlns:a16="http://schemas.microsoft.com/office/drawing/2014/main" id="{2CF1D6AF-1D32-3C70-72A2-F5E3B4E8F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60" y="1519610"/>
            <a:ext cx="13837184" cy="107082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2D2285A-AB4E-2478-474D-59D086B78D8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40" y="1285682"/>
            <a:ext cx="14042863" cy="111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32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The diagram illustrates a comparison of noise performance for small Binary Block codes (BB codes) at various error rates, depicting logical error rates (PL) and physical error rates (p) for different configurations.&#10;&#10;AI 생성 콘텐츠는 정확하지 않을 수 있습니다.">
            <a:extLst>
              <a:ext uri="{FF2B5EF4-FFF2-40B4-BE49-F238E27FC236}">
                <a16:creationId xmlns:a16="http://schemas.microsoft.com/office/drawing/2014/main" id="{6470117A-8BB3-C1A2-D8F3-5F06B1132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38" y="815016"/>
            <a:ext cx="13824085" cy="110901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024D4ED-55BD-A2F1-B5C7-ECFB88F342FD}"/>
              </a:ext>
            </a:extLst>
          </p:cNvPr>
          <p:cNvPicPr>
            <a:picLocks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506" y="818647"/>
            <a:ext cx="13716000" cy="111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602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</TotalTime>
  <Words>0</Words>
  <Application>Microsoft Office PowerPoint</Application>
  <PresentationFormat>사용자 지정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이정훈</dc:creator>
  <cp:lastModifiedBy>이정훈</cp:lastModifiedBy>
  <cp:revision>15</cp:revision>
  <dcterms:created xsi:type="dcterms:W3CDTF">2026-06-20T03:10:06Z</dcterms:created>
  <dcterms:modified xsi:type="dcterms:W3CDTF">2026-06-24T22:18:10Z</dcterms:modified>
</cp:coreProperties>
</file>