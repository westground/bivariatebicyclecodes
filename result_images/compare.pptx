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6" r:id="rId3"/>
  </p:sldIdLst>
  <p:sldSz cx="14400213" cy="14400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932" autoAdjust="0"/>
    <p:restoredTop sz="94660"/>
  </p:normalViewPr>
  <p:slideViewPr>
    <p:cSldViewPr snapToGrid="0">
      <p:cViewPr varScale="1">
        <p:scale>
          <a:sx n="43" d="100"/>
          <a:sy n="43" d="100"/>
        </p:scale>
        <p:origin x="2299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80016" y="2356703"/>
            <a:ext cx="12240181" cy="5013407"/>
          </a:xfrm>
        </p:spPr>
        <p:txBody>
          <a:bodyPr anchor="b"/>
          <a:lstStyle>
            <a:lvl1pPr algn="ctr">
              <a:defRPr sz="944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00027" y="7563446"/>
            <a:ext cx="10800160" cy="3476717"/>
          </a:xfrm>
        </p:spPr>
        <p:txBody>
          <a:bodyPr/>
          <a:lstStyle>
            <a:lvl1pPr marL="0" indent="0" algn="ctr">
              <a:buNone/>
              <a:defRPr sz="3780"/>
            </a:lvl1pPr>
            <a:lvl2pPr marL="719999" indent="0" algn="ctr">
              <a:buNone/>
              <a:defRPr sz="3150"/>
            </a:lvl2pPr>
            <a:lvl3pPr marL="1439997" indent="0" algn="ctr">
              <a:buNone/>
              <a:defRPr sz="2835"/>
            </a:lvl3pPr>
            <a:lvl4pPr marL="2159996" indent="0" algn="ctr">
              <a:buNone/>
              <a:defRPr sz="2520"/>
            </a:lvl4pPr>
            <a:lvl5pPr marL="2879994" indent="0" algn="ctr">
              <a:buNone/>
              <a:defRPr sz="2520"/>
            </a:lvl5pPr>
            <a:lvl6pPr marL="3599993" indent="0" algn="ctr">
              <a:buNone/>
              <a:defRPr sz="2520"/>
            </a:lvl6pPr>
            <a:lvl7pPr marL="4319991" indent="0" algn="ctr">
              <a:buNone/>
              <a:defRPr sz="2520"/>
            </a:lvl7pPr>
            <a:lvl8pPr marL="5039990" indent="0" algn="ctr">
              <a:buNone/>
              <a:defRPr sz="2520"/>
            </a:lvl8pPr>
            <a:lvl9pPr marL="5759988" indent="0" algn="ctr">
              <a:buNone/>
              <a:defRPr sz="252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74E6A-A957-4BF9-843A-15390439D182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EC751-AEDA-4506-8437-41BBFF3F3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5724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74E6A-A957-4BF9-843A-15390439D182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EC751-AEDA-4506-8437-41BBFF3F3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3164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515" y="3590057"/>
            <a:ext cx="12420184" cy="5990088"/>
          </a:xfrm>
        </p:spPr>
        <p:txBody>
          <a:bodyPr anchor="b"/>
          <a:lstStyle>
            <a:lvl1pPr>
              <a:defRPr sz="944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515" y="9636813"/>
            <a:ext cx="12420184" cy="3150046"/>
          </a:xfrm>
        </p:spPr>
        <p:txBody>
          <a:bodyPr/>
          <a:lstStyle>
            <a:lvl1pPr marL="0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1pPr>
            <a:lvl2pPr marL="719999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2pPr>
            <a:lvl3pPr marL="1439997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3pPr>
            <a:lvl4pPr marL="2159996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4pPr>
            <a:lvl5pPr marL="2879994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5pPr>
            <a:lvl6pPr marL="3599993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6pPr>
            <a:lvl7pPr marL="4319991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7pPr>
            <a:lvl8pPr marL="503999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8pPr>
            <a:lvl9pPr marL="5759988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74E6A-A957-4BF9-843A-15390439D182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EC751-AEDA-4506-8437-41BBFF3F3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184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014" y="3833390"/>
            <a:ext cx="6120091" cy="913680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90108" y="3833390"/>
            <a:ext cx="6120091" cy="913680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74E6A-A957-4BF9-843A-15390439D182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EC751-AEDA-4506-8437-41BBFF3F3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0136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766681"/>
            <a:ext cx="12420184" cy="2783376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892" y="3530053"/>
            <a:ext cx="6091964" cy="1730025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892" y="5260078"/>
            <a:ext cx="6091964" cy="773678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90109" y="3530053"/>
            <a:ext cx="6121966" cy="1730025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19999" indent="0">
              <a:buNone/>
              <a:defRPr sz="3150" b="1"/>
            </a:lvl2pPr>
            <a:lvl3pPr marL="1439997" indent="0">
              <a:buNone/>
              <a:defRPr sz="2835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3" indent="0">
              <a:buNone/>
              <a:defRPr sz="2520" b="1"/>
            </a:lvl6pPr>
            <a:lvl7pPr marL="4319991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90109" y="5260078"/>
            <a:ext cx="6121966" cy="773678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74E6A-A957-4BF9-843A-15390439D182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EC751-AEDA-4506-8437-41BBFF3F3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175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74E6A-A957-4BF9-843A-15390439D182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EC751-AEDA-4506-8437-41BBFF3F3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1910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74E6A-A957-4BF9-843A-15390439D182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EC751-AEDA-4506-8437-41BBFF3F3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0778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960014"/>
            <a:ext cx="4644444" cy="3360050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966" y="2073367"/>
            <a:ext cx="7290108" cy="10233485"/>
          </a:xfrm>
        </p:spPr>
        <p:txBody>
          <a:bodyPr/>
          <a:lstStyle>
            <a:lvl1pPr>
              <a:defRPr sz="5039"/>
            </a:lvl1pPr>
            <a:lvl2pPr>
              <a:defRPr sz="4409"/>
            </a:lvl2pPr>
            <a:lvl3pPr>
              <a:defRPr sz="3780"/>
            </a:lvl3pPr>
            <a:lvl4pPr>
              <a:defRPr sz="3150"/>
            </a:lvl4pPr>
            <a:lvl5pPr>
              <a:defRPr sz="3150"/>
            </a:lvl5pPr>
            <a:lvl6pPr>
              <a:defRPr sz="3150"/>
            </a:lvl6pPr>
            <a:lvl7pPr>
              <a:defRPr sz="3150"/>
            </a:lvl7pPr>
            <a:lvl8pPr>
              <a:defRPr sz="3150"/>
            </a:lvl8pPr>
            <a:lvl9pPr>
              <a:defRPr sz="31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4320064"/>
            <a:ext cx="4644444" cy="8003453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74E6A-A957-4BF9-843A-15390439D182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EC751-AEDA-4506-8437-41BBFF3F3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4655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890" y="960014"/>
            <a:ext cx="4644444" cy="3360050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966" y="2073367"/>
            <a:ext cx="7290108" cy="10233485"/>
          </a:xfrm>
        </p:spPr>
        <p:txBody>
          <a:bodyPr anchor="t"/>
          <a:lstStyle>
            <a:lvl1pPr marL="0" indent="0">
              <a:buNone/>
              <a:defRPr sz="5039"/>
            </a:lvl1pPr>
            <a:lvl2pPr marL="719999" indent="0">
              <a:buNone/>
              <a:defRPr sz="4409"/>
            </a:lvl2pPr>
            <a:lvl3pPr marL="1439997" indent="0">
              <a:buNone/>
              <a:defRPr sz="3780"/>
            </a:lvl3pPr>
            <a:lvl4pPr marL="2159996" indent="0">
              <a:buNone/>
              <a:defRPr sz="3150"/>
            </a:lvl4pPr>
            <a:lvl5pPr marL="2879994" indent="0">
              <a:buNone/>
              <a:defRPr sz="3150"/>
            </a:lvl5pPr>
            <a:lvl6pPr marL="3599993" indent="0">
              <a:buNone/>
              <a:defRPr sz="3150"/>
            </a:lvl6pPr>
            <a:lvl7pPr marL="4319991" indent="0">
              <a:buNone/>
              <a:defRPr sz="3150"/>
            </a:lvl7pPr>
            <a:lvl8pPr marL="5039990" indent="0">
              <a:buNone/>
              <a:defRPr sz="3150"/>
            </a:lvl8pPr>
            <a:lvl9pPr marL="5759988" indent="0">
              <a:buNone/>
              <a:defRPr sz="315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890" y="4320064"/>
            <a:ext cx="4644444" cy="8003453"/>
          </a:xfrm>
        </p:spPr>
        <p:txBody>
          <a:bodyPr/>
          <a:lstStyle>
            <a:lvl1pPr marL="0" indent="0">
              <a:buNone/>
              <a:defRPr sz="2520"/>
            </a:lvl1pPr>
            <a:lvl2pPr marL="719999" indent="0">
              <a:buNone/>
              <a:defRPr sz="2205"/>
            </a:lvl2pPr>
            <a:lvl3pPr marL="1439997" indent="0">
              <a:buNone/>
              <a:defRPr sz="1890"/>
            </a:lvl3pPr>
            <a:lvl4pPr marL="2159996" indent="0">
              <a:buNone/>
              <a:defRPr sz="1575"/>
            </a:lvl4pPr>
            <a:lvl5pPr marL="2879994" indent="0">
              <a:buNone/>
              <a:defRPr sz="1575"/>
            </a:lvl5pPr>
            <a:lvl6pPr marL="3599993" indent="0">
              <a:buNone/>
              <a:defRPr sz="1575"/>
            </a:lvl6pPr>
            <a:lvl7pPr marL="4319991" indent="0">
              <a:buNone/>
              <a:defRPr sz="1575"/>
            </a:lvl7pPr>
            <a:lvl8pPr marL="5039990" indent="0">
              <a:buNone/>
              <a:defRPr sz="1575"/>
            </a:lvl8pPr>
            <a:lvl9pPr marL="5759988" indent="0">
              <a:buNone/>
              <a:defRPr sz="157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74E6A-A957-4BF9-843A-15390439D182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EC751-AEDA-4506-8437-41BBFF3F3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4482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74E6A-A957-4BF9-843A-15390439D182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EC751-AEDA-4506-8437-41BBFF3F3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494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5153" y="766678"/>
            <a:ext cx="3105046" cy="1220351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015" y="766678"/>
            <a:ext cx="9135135" cy="1220351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74E6A-A957-4BF9-843A-15390439D182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7EC751-AEDA-4506-8437-41BBFF3F3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44796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90015" y="766681"/>
            <a:ext cx="12420184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0015" y="3833390"/>
            <a:ext cx="12420184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015" y="13346867"/>
            <a:ext cx="3240048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E74E6A-A957-4BF9-843A-15390439D182}" type="datetimeFigureOut">
              <a:rPr lang="ko-KR" altLang="en-US" smtClean="0"/>
              <a:t>2026-06-30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70071" y="13346867"/>
            <a:ext cx="4860072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70150" y="13346867"/>
            <a:ext cx="3240048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7EC751-AEDA-4506-8437-41BBFF3F36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3532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439997" rtl="0" eaLnBrk="1" latinLnBrk="1" hangingPunct="1">
        <a:lnSpc>
          <a:spcPct val="90000"/>
        </a:lnSpc>
        <a:spcBef>
          <a:spcPct val="0"/>
        </a:spcBef>
        <a:buNone/>
        <a:defRPr sz="69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9999" indent="-359999" algn="l" defTabSz="1439997" rtl="0" eaLnBrk="1" latinLnBrk="1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4409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indent="-359999" algn="l" defTabSz="1439997" rtl="0" eaLnBrk="1" latinLnBrk="1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799996" indent="-359999" algn="l" defTabSz="1439997" rtl="0" eaLnBrk="1" latinLnBrk="1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3pPr>
      <a:lvl4pPr marL="2519995" indent="-359999" algn="l" defTabSz="1439997" rtl="0" eaLnBrk="1" latinLnBrk="1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3239994" indent="-359999" algn="l" defTabSz="1439997" rtl="0" eaLnBrk="1" latinLnBrk="1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959992" indent="-359999" algn="l" defTabSz="1439997" rtl="0" eaLnBrk="1" latinLnBrk="1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79991" indent="-359999" algn="l" defTabSz="1439997" rtl="0" eaLnBrk="1" latinLnBrk="1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399989" indent="-359999" algn="l" defTabSz="1439997" rtl="0" eaLnBrk="1" latinLnBrk="1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19988" indent="-359999" algn="l" defTabSz="1439997" rtl="0" eaLnBrk="1" latinLnBrk="1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39997" rtl="0" eaLnBrk="1" latinLnBrk="1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19999" algn="l" defTabSz="1439997" rtl="0" eaLnBrk="1" latinLnBrk="1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39997" algn="l" defTabSz="1439997" rtl="0" eaLnBrk="1" latinLnBrk="1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996" algn="l" defTabSz="1439997" rtl="0" eaLnBrk="1" latinLnBrk="1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79994" algn="l" defTabSz="1439997" rtl="0" eaLnBrk="1" latinLnBrk="1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599993" algn="l" defTabSz="1439997" rtl="0" eaLnBrk="1" latinLnBrk="1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19991" algn="l" defTabSz="1439997" rtl="0" eaLnBrk="1" latinLnBrk="1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39990" algn="l" defTabSz="1439997" rtl="0" eaLnBrk="1" latinLnBrk="1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59988" algn="l" defTabSz="1439997" rtl="0" eaLnBrk="1" latinLnBrk="1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376A9-0499-BBF7-5A5A-394B112F8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The diagram shows a comparison of error rates for different beam configurations and syndrome extraction rounds, indicating a relationship between physical and logical error rates.&#10;&#10;AI 생성 콘텐츠는 정확하지 않을 수 있습니다.">
            <a:extLst>
              <a:ext uri="{FF2B5EF4-FFF2-40B4-BE49-F238E27FC236}">
                <a16:creationId xmlns:a16="http://schemas.microsoft.com/office/drawing/2014/main" id="{2CF1D6AF-1D32-3C70-72A2-F5E3B4E8FC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660" y="1519610"/>
            <a:ext cx="13837184" cy="10708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632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The diagram illustrates a comparison of noise performance for small Binary Block codes (BB codes) at various error rates, depicting logical error rates (PL) and physical error rates (p) for different configurations.&#10;&#10;AI 생성 콘텐츠는 정확하지 않을 수 있습니다.">
            <a:extLst>
              <a:ext uri="{FF2B5EF4-FFF2-40B4-BE49-F238E27FC236}">
                <a16:creationId xmlns:a16="http://schemas.microsoft.com/office/drawing/2014/main" id="{6470117A-8BB3-C1A2-D8F3-5F06B1132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38" y="815016"/>
            <a:ext cx="13824085" cy="1109011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024D4ED-55BD-A2F1-B5C7-ECFB88F342FD}"/>
              </a:ext>
            </a:extLst>
          </p:cNvPr>
          <p:cNvPicPr>
            <a:picLocks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8506" y="818647"/>
            <a:ext cx="13716000" cy="111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6022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238</TotalTime>
  <Words>0</Words>
  <Application>Microsoft Office PowerPoint</Application>
  <PresentationFormat>사용자 지정</PresentationFormat>
  <Paragraphs>0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이정훈</dc:creator>
  <cp:lastModifiedBy>이정훈</cp:lastModifiedBy>
  <cp:revision>19</cp:revision>
  <dcterms:created xsi:type="dcterms:W3CDTF">2026-06-20T03:10:06Z</dcterms:created>
  <dcterms:modified xsi:type="dcterms:W3CDTF">2026-06-30T07:32:57Z</dcterms:modified>
</cp:coreProperties>
</file>